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F3068-3B8A-2CDD-D293-9DA8407A8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DC6A5-E419-BEE3-B462-DFE002C8B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60035-93EF-C85D-938C-5DE2B6CA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626E33-2C70-2D7A-A4ED-52D05F25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B660D-0654-5E4F-9767-05BA442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34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CF040-9A89-3570-51BC-2A203F45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7D91C3-290B-395D-FF25-64C46BFAE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2100AF-0B8F-FDF2-6DCD-28914169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09B8D6-DA40-2F00-2F61-76AB94B0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E0A903-0A48-CA99-2B33-AA8F647B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24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AFAD9-7793-6A62-CD51-F8B401D36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6ED078-573B-F6CB-51DC-9153E97CD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AB408-74A0-7442-79A8-819ACE1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9881E1-241C-D903-4507-5620303A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3D17B4-2F58-185D-737F-576747A4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13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08F8C-F17A-2E73-B9CC-BC6D9E51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A1DE39-F992-A3F5-3FC9-A8F90D637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35DD5B-0C14-52FC-D11C-D98F4172D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04A056-AC5B-BB13-97DE-86261C40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87E906-ABA7-6497-F095-57DC4412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E2745A-5583-18F6-55BE-1BD4469D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51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4C554-8190-995C-B2A6-1334E975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E0040A-4EF5-EBE2-23F7-6CBE33B43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DDB2CA-7CD2-CEE9-FEFC-C4BC9AD1F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7085A4-8796-5E66-56FF-645C05A2C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E77344-3780-6646-7F7C-39E0670FD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CD44BA-C0D8-656D-13B6-1D643B38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C64740-C2C2-CD0C-8838-A4DA1064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8B32DE-0AE3-B95C-C771-B07D77052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40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182C5-CE99-5C62-7C47-B1B9B9F7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342D6A-D6B4-8E69-22CC-448052C9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A39DE5-5554-BDD6-6DF4-28D3226B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8F6760-2039-270B-686A-C67F2768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08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5BD994-F91D-D386-3902-0085632B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34D400-1355-6024-21F3-8FFED20BE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375114-1BC7-7127-D808-A7DED694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72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BAC97-8DAB-C16D-85A4-EC66D3395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9318D-2E5C-CD07-DDFD-BFE2C638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431852-0340-79F3-0EAD-98A70C399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840B30-92ED-45EF-8C37-A4A62730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2BDD2D-9E49-11D8-99A9-3BFEAE06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483FB1-D110-401D-2687-BBB8F57B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39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2E674-255C-69CA-3433-D3363102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A4EAC4-9FED-B8B2-3E9D-D04B47655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324628-C8CB-9C02-53E8-EE5ACDFAC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C9CE6A-554F-0BD2-B524-4D913F86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3DCD15-AC48-375E-B202-25371A87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27A607-76A3-AFF4-3137-CBF83BA4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04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2BC98-0D63-4E69-FAC4-AA28E126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890384-AE3E-EE11-CCA4-651DE0E03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7D891-BF9D-CCC4-E1AD-C0B7BBB9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D96BDF-48A5-720F-AD9C-B762D229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E29855-A792-AE6D-C089-661D3D02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3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E99C4E-DDEE-13EC-BF5C-A2466815F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85F1BF-E839-1E01-BEBC-98C269CC2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F0B92D-7665-A5B6-85C5-EFA706F9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1FD20B-7388-72D5-5A72-E00109D5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4DAA68-8BAA-2096-B086-32D28217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95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BBA6C5-89F0-1DA6-0586-65A3675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43ADE9-2411-EDAD-AF22-EB947410E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10F135-A85B-B939-A2B1-AD5A877DC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FAD79-A518-4A1F-9A38-DBE8942D6DD4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CCDF04-75A7-97EE-6B40-0E4DDFE73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975054-7ADE-8854-8089-69B6A7AFC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D70E3-4399-459F-ACAD-B6AF5E8D58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85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FAE6E-B191-65AF-A3E0-F7922E79B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Configuração certificado digital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C24D70-3F7A-E1AF-F401-758F1FD87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509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AA951-FFC8-0A7F-8825-9A86DF8C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439786-DF29-4DC0-7822-DB1E69220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67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26FFF-39DB-0183-3935-FFB3AB52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6B38EFA4-23DD-25AE-C040-4E2397E09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2278"/>
            <a:ext cx="6834884" cy="4351338"/>
          </a:xfrm>
        </p:spPr>
      </p:pic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6C52299-0168-3462-345E-B90C053F0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668" y="4694399"/>
            <a:ext cx="1828958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1B5E9-0D1A-3FB5-E94F-B6E1FB18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 o .</a:t>
            </a:r>
            <a:r>
              <a:rPr lang="pt-BR" dirty="0" err="1"/>
              <a:t>pem</a:t>
            </a:r>
            <a:r>
              <a:rPr lang="pt-BR" dirty="0"/>
              <a:t> baixado, criar os arquivos: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98FB27B-13ED-0515-41E6-907546342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95"/>
          <a:stretch/>
        </p:blipFill>
        <p:spPr>
          <a:xfrm>
            <a:off x="7748222" y="2999991"/>
            <a:ext cx="2835098" cy="1049494"/>
          </a:xfrm>
        </p:spPr>
      </p:pic>
      <p:pic>
        <p:nvPicPr>
          <p:cNvPr id="6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FCB2CFA5-4BD6-4176-AD72-6CA0AC160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71"/>
          <a:stretch/>
        </p:blipFill>
        <p:spPr>
          <a:xfrm>
            <a:off x="7748222" y="4049485"/>
            <a:ext cx="2835098" cy="73536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D6635D0-B94F-A4BB-8D6C-128993549FE2}"/>
              </a:ext>
            </a:extLst>
          </p:cNvPr>
          <p:cNvSpPr txBox="1"/>
          <p:nvPr/>
        </p:nvSpPr>
        <p:spPr>
          <a:xfrm>
            <a:off x="852900" y="3587820"/>
            <a:ext cx="4674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ca.crt</a:t>
            </a:r>
          </a:p>
          <a:p>
            <a:r>
              <a:rPr lang="pt-BR" dirty="0"/>
              <a:t>certificate.crt</a:t>
            </a:r>
          </a:p>
          <a:p>
            <a:r>
              <a:rPr lang="pt-BR" dirty="0" err="1"/>
              <a:t>private.key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1072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AE0F4-6B98-4E8F-CEA6-3392F333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Copiar as partes do arquivo .</a:t>
            </a:r>
            <a:r>
              <a:rPr lang="pt-BR" dirty="0" err="1"/>
              <a:t>pem</a:t>
            </a:r>
            <a:r>
              <a:rPr lang="pt-BR" dirty="0"/>
              <a:t> para os respectivos arquivos</a:t>
            </a:r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A65CFAFB-1147-1712-76D8-86591BCCC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7592"/>
            <a:ext cx="4303716" cy="4351338"/>
          </a:xfr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3579CFD-EEDF-A67B-E97B-18618111D074}"/>
              </a:ext>
            </a:extLst>
          </p:cNvPr>
          <p:cNvCxnSpPr>
            <a:cxnSpLocks/>
          </p:cNvCxnSpPr>
          <p:nvPr/>
        </p:nvCxnSpPr>
        <p:spPr>
          <a:xfrm flipH="1">
            <a:off x="3125755" y="1937592"/>
            <a:ext cx="522514" cy="2364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39A0A58-BAE7-A5AA-3F6F-83FA65E365E5}"/>
              </a:ext>
            </a:extLst>
          </p:cNvPr>
          <p:cNvCxnSpPr>
            <a:cxnSpLocks/>
          </p:cNvCxnSpPr>
          <p:nvPr/>
        </p:nvCxnSpPr>
        <p:spPr>
          <a:xfrm flipH="1" flipV="1">
            <a:off x="3018049" y="5862735"/>
            <a:ext cx="630220" cy="1088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1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847EDEE-8306-7D4A-EE4B-6EF428B74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49"/>
          <a:stretch/>
        </p:blipFill>
        <p:spPr>
          <a:xfrm>
            <a:off x="5490213" y="1829018"/>
            <a:ext cx="2835098" cy="371467"/>
          </a:xfrm>
          <a:prstGeom prst="rect">
            <a:avLst/>
          </a:prstGeom>
        </p:spPr>
      </p:pic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84076035-DCC2-725B-6672-61DF6E7E9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880" y="2828169"/>
            <a:ext cx="4110920" cy="388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1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0ADE5-DF32-DB28-1BBA-ADD259F1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certificate.crt tem como característica as “/” no início do conteúdo do arquivo</a:t>
            </a:r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AA61AB46-B644-8CA1-AF75-8BFC6FC2A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1537"/>
            <a:ext cx="4027965" cy="4351338"/>
          </a:xfr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97E2A810-BCF0-DDA9-4AD4-3ACFCEE1B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462" y="2487899"/>
            <a:ext cx="4019312" cy="413382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B78FC05-8B02-54E6-EEC8-51CD1097536E}"/>
              </a:ext>
            </a:extLst>
          </p:cNvPr>
          <p:cNvCxnSpPr>
            <a:cxnSpLocks/>
          </p:cNvCxnSpPr>
          <p:nvPr/>
        </p:nvCxnSpPr>
        <p:spPr>
          <a:xfrm flipH="1">
            <a:off x="2761861" y="2174356"/>
            <a:ext cx="522514" cy="2364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AAE2FD81-C451-A2FD-EA8E-4E604CC891EB}"/>
              </a:ext>
            </a:extLst>
          </p:cNvPr>
          <p:cNvCxnSpPr>
            <a:cxnSpLocks/>
          </p:cNvCxnSpPr>
          <p:nvPr/>
        </p:nvCxnSpPr>
        <p:spPr>
          <a:xfrm flipH="1">
            <a:off x="2590925" y="5956365"/>
            <a:ext cx="522514" cy="2364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F61C62C-CC67-7842-B286-6C0D096783D9}"/>
              </a:ext>
            </a:extLst>
          </p:cNvPr>
          <p:cNvCxnSpPr>
            <a:cxnSpLocks/>
          </p:cNvCxnSpPr>
          <p:nvPr/>
        </p:nvCxnSpPr>
        <p:spPr>
          <a:xfrm flipH="1">
            <a:off x="9336833" y="2261210"/>
            <a:ext cx="186612" cy="5131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04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00E72-1FF3-829D-CFAB-0472486E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 fim na terceira parte </a:t>
            </a:r>
            <a:r>
              <a:rPr lang="pt-BR" dirty="0" err="1"/>
              <a:t>ca</a:t>
            </a:r>
            <a:r>
              <a:rPr lang="pt-BR" dirty="0"/>
              <a:t> tem como característica o sinal de “+” na primeira linha do arquivo</a:t>
            </a:r>
          </a:p>
        </p:txBody>
      </p:sp>
      <p:pic>
        <p:nvPicPr>
          <p:cNvPr id="5" name="Espaço Reservado para Conteúdo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B9A2EE7-3F0D-1372-026B-C8C27FB84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4286"/>
            <a:ext cx="4180350" cy="4351338"/>
          </a:xfr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D1565B4F-1152-DF4F-F94E-CBBF9CA7A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956" y="2364780"/>
            <a:ext cx="4047939" cy="4128095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0E8E27F-529F-039E-AA07-CF62D0BECFDA}"/>
              </a:ext>
            </a:extLst>
          </p:cNvPr>
          <p:cNvCxnSpPr>
            <a:cxnSpLocks/>
          </p:cNvCxnSpPr>
          <p:nvPr/>
        </p:nvCxnSpPr>
        <p:spPr>
          <a:xfrm flipH="1">
            <a:off x="2808514" y="1909513"/>
            <a:ext cx="522514" cy="2364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DD0CC69-4914-8853-1791-DB127F4C9049}"/>
              </a:ext>
            </a:extLst>
          </p:cNvPr>
          <p:cNvCxnSpPr>
            <a:cxnSpLocks/>
          </p:cNvCxnSpPr>
          <p:nvPr/>
        </p:nvCxnSpPr>
        <p:spPr>
          <a:xfrm flipH="1" flipV="1">
            <a:off x="2667118" y="6049260"/>
            <a:ext cx="533282" cy="2115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9663772D-C88F-4312-B832-823572A932E9}"/>
              </a:ext>
            </a:extLst>
          </p:cNvPr>
          <p:cNvCxnSpPr>
            <a:cxnSpLocks/>
          </p:cNvCxnSpPr>
          <p:nvPr/>
        </p:nvCxnSpPr>
        <p:spPr>
          <a:xfrm>
            <a:off x="9091126" y="2145954"/>
            <a:ext cx="0" cy="5442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81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1F9B6-1B24-D9CA-3B2A-829DAE6F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 index </a:t>
            </a:r>
            <a:r>
              <a:rPr lang="pt-BR"/>
              <a:t>da api</a:t>
            </a:r>
          </a:p>
        </p:txBody>
      </p:sp>
      <p:pic>
        <p:nvPicPr>
          <p:cNvPr id="5" name="Espaço Reservado para Conteúdo 4" descr="Texto, Aplicativo&#10;&#10;O conteúdo gerado por IA pode estar incorreto.">
            <a:extLst>
              <a:ext uri="{FF2B5EF4-FFF2-40B4-BE49-F238E27FC236}">
                <a16:creationId xmlns:a16="http://schemas.microsoft.com/office/drawing/2014/main" id="{9F06C352-B599-10D9-258F-F603BA441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28" y="1690688"/>
            <a:ext cx="9274344" cy="2530059"/>
          </a:xfrm>
        </p:spPr>
      </p:pic>
      <p:pic>
        <p:nvPicPr>
          <p:cNvPr id="7" name="Imagem 6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FE85270C-4C1C-A7C2-0FEA-C46097DFD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154" y="4379915"/>
            <a:ext cx="8588484" cy="247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80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Configuração certificado digital</vt:lpstr>
      <vt:lpstr>Apresentação do PowerPoint</vt:lpstr>
      <vt:lpstr>Apresentação do PowerPoint</vt:lpstr>
      <vt:lpstr>Com o .pem baixado, criar os arquivos:</vt:lpstr>
      <vt:lpstr>Copiar as partes do arquivo .pem para os respectivos arquivos</vt:lpstr>
      <vt:lpstr>O certificate.crt tem como característica as “/” no início do conteúdo do arquivo</vt:lpstr>
      <vt:lpstr>Pro fim na terceira parte ca tem como característica o sinal de “+” na primeira linha do arquivo</vt:lpstr>
      <vt:lpstr>No index da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Ewerton</dc:creator>
  <cp:lastModifiedBy>Ewerton</cp:lastModifiedBy>
  <cp:revision>2</cp:revision>
  <dcterms:created xsi:type="dcterms:W3CDTF">2026-05-13T19:46:18Z</dcterms:created>
  <dcterms:modified xsi:type="dcterms:W3CDTF">2026-05-13T19:48:41Z</dcterms:modified>
</cp:coreProperties>
</file>